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7" r:id="rId2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6C36-92AF-63BC-7470-F800791AD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546" y="5483060"/>
            <a:ext cx="9144000" cy="83099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FE493-7FF6-C432-23FD-7BB8D5647E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349" r="30510" b="2345"/>
          <a:stretch/>
        </p:blipFill>
        <p:spPr>
          <a:xfrm>
            <a:off x="5657560" y="0"/>
            <a:ext cx="653444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736DB4-13B4-CE8D-ECC9-92AE58DBD8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05" y="345947"/>
            <a:ext cx="1535797" cy="6858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8580BE-741F-1C31-020C-089BD363C409}"/>
              </a:ext>
            </a:extLst>
          </p:cNvPr>
          <p:cNvSpPr/>
          <p:nvPr/>
        </p:nvSpPr>
        <p:spPr>
          <a:xfrm>
            <a:off x="390547" y="5238509"/>
            <a:ext cx="288412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PH" sz="1000" b="0" i="0" u="none" strike="noStrike" spc="40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SOLX TECHNOLOGIES INC.</a:t>
            </a:r>
            <a:endParaRPr lang="en-PH" sz="1000" spc="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420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321;p30">
            <a:extLst>
              <a:ext uri="{FF2B5EF4-FFF2-40B4-BE49-F238E27FC236}">
                <a16:creationId xmlns:a16="http://schemas.microsoft.com/office/drawing/2014/main" id="{327FDC92-304F-E12B-B05A-62E9A86D03A5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6492556-80DF-D18F-738B-5D51780D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7CAF779-53F4-7096-2945-A2FBB6E265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0999" y="1825625"/>
            <a:ext cx="1143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123C3E2-4D0B-8BFF-6554-F6B67F78F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6B066C0-7B65-8852-449A-BBDBABF1E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9175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6492556-80DF-D18F-738B-5D51780D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123C3E2-4D0B-8BFF-6554-F6B67F78F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6B066C0-7B65-8852-449A-BBDBABF1E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027132B-2F03-DC2C-808F-0305B24942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0999" y="1825625"/>
            <a:ext cx="1143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defRPr sz="2000"/>
            </a:lvl2pPr>
            <a:lvl3pPr marL="1828800" indent="0">
              <a:buNone/>
              <a:defRPr sz="1800"/>
            </a:lvl3pPr>
            <a:lvl4pPr>
              <a:defRPr sz="2000"/>
            </a:lvl4pPr>
            <a:lvl5pPr>
              <a:defRPr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Fifth level</a:t>
            </a:r>
          </a:p>
        </p:txBody>
      </p:sp>
      <p:cxnSp>
        <p:nvCxnSpPr>
          <p:cNvPr id="4" name="Google Shape;321;p30">
            <a:extLst>
              <a:ext uri="{FF2B5EF4-FFF2-40B4-BE49-F238E27FC236}">
                <a16:creationId xmlns:a16="http://schemas.microsoft.com/office/drawing/2014/main" id="{A33F0C67-15EF-C4BE-EEF4-C2BE3047DCAF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78123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42E951-8431-4529-553D-EC973320C1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101" y="523747"/>
            <a:ext cx="1535797" cy="68584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2424C29-3E5D-966B-873E-E3F1645A4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0551" y="2598003"/>
            <a:ext cx="7130895" cy="1439972"/>
          </a:xfrm>
        </p:spPr>
        <p:txBody>
          <a:bodyPr anchor="t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DEB8C3-DCCD-791B-79E2-7F1F48D282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323" r="2285" b="20034"/>
          <a:stretch/>
        </p:blipFill>
        <p:spPr>
          <a:xfrm>
            <a:off x="0" y="1531464"/>
            <a:ext cx="12192000" cy="532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96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7707-5107-44A7-C2FA-C55AE4092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25625"/>
            <a:ext cx="563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0874B-170E-74CA-6C9F-CB07A8B4C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387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cxnSp>
        <p:nvCxnSpPr>
          <p:cNvPr id="18" name="Google Shape;321;p30">
            <a:extLst>
              <a:ext uri="{FF2B5EF4-FFF2-40B4-BE49-F238E27FC236}">
                <a16:creationId xmlns:a16="http://schemas.microsoft.com/office/drawing/2014/main" id="{C06BCFEB-9615-D099-104C-841C970178EC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6A2C170-91C8-F6B7-58BF-042045F9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9CDB49E-DA4A-F588-75D6-A8A7002C3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0FEB1440-6384-54A1-5C63-5DEE9D7AC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4773BA9C-2E48-A7A9-D84F-B2411A905376}"/>
              </a:ext>
            </a:extLst>
          </p:cNvPr>
          <p:cNvCxnSpPr/>
          <p:nvPr userDrawn="1"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1588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7707-5107-44A7-C2FA-C55AE4092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25625"/>
            <a:ext cx="563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0874B-170E-74CA-6C9F-CB07A8B4C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387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6A2C170-91C8-F6B7-58BF-042045F9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9CDB49E-DA4A-F588-75D6-A8A7002C3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0FEB1440-6384-54A1-5C63-5DEE9D7AC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8A2049AB-0FBB-1119-5BB8-621B1A753190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3446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8D99F-292D-2D02-EB7D-C1F8CB0EC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81163"/>
            <a:ext cx="56165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E7D12-ABF9-CCFE-8D74-B1476E06F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505075"/>
            <a:ext cx="56165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E8566-610F-BF5F-CBD2-2E3A620A7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6387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27CC5-8AE4-6C45-147B-D4F797497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63879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cxnSp>
        <p:nvCxnSpPr>
          <p:cNvPr id="12" name="Google Shape;321;p30">
            <a:extLst>
              <a:ext uri="{FF2B5EF4-FFF2-40B4-BE49-F238E27FC236}">
                <a16:creationId xmlns:a16="http://schemas.microsoft.com/office/drawing/2014/main" id="{96DE221A-CF6F-6016-8338-3C000C13941A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0AC7632-08B6-F8A4-08DA-5072BFBE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1DB39E0-EADD-3824-E3D0-5A80601791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BD24D2C-9619-1281-AF99-5A11BFCEA9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1CF93367-D425-C7A2-9D08-88BF68B478E5}"/>
              </a:ext>
            </a:extLst>
          </p:cNvPr>
          <p:cNvCxnSpPr/>
          <p:nvPr userDrawn="1"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4709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8D99F-292D-2D02-EB7D-C1F8CB0EC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81163"/>
            <a:ext cx="56165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E7D12-ABF9-CCFE-8D74-B1476E06F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505075"/>
            <a:ext cx="56165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E8566-610F-BF5F-CBD2-2E3A620A7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6387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27CC5-8AE4-6C45-147B-D4F797497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63879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0AC7632-08B6-F8A4-08DA-5072BFBE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1DB39E0-EADD-3824-E3D0-5A80601791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BD24D2C-9619-1281-AF99-5A11BFCEA9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6C49CD7E-1933-0673-B3DE-EF551CBC1BBE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2789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321;p30">
            <a:extLst>
              <a:ext uri="{FF2B5EF4-FFF2-40B4-BE49-F238E27FC236}">
                <a16:creationId xmlns:a16="http://schemas.microsoft.com/office/drawing/2014/main" id="{B34642B3-1E85-BDB3-DFE3-C60F9AFF6FBF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726A8B8-4EAE-524C-003D-C838BC5E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8DD30E6-28BE-4159-2B87-DEB9450A09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BA44787-015C-F07B-F1FF-D6CDE7CB6F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807E6B69-3148-C0FB-F53D-2CF7DC6813DC}"/>
              </a:ext>
            </a:extLst>
          </p:cNvPr>
          <p:cNvCxnSpPr/>
          <p:nvPr userDrawn="1"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925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726A8B8-4EAE-524C-003D-C838BC5E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8DD30E6-28BE-4159-2B87-DEB9450A09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BA44787-015C-F07B-F1FF-D6CDE7CB6F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19F9D8D2-22E0-2018-232E-441439462112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6061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D599990-D39F-2531-E446-DC8BE005AB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05F6FB3-D295-BC2B-6F1D-E6A12DAD02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07396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B96FC3-850D-4615-780F-284F4BA9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8644DAB-D639-E85C-DD78-22A8B66EF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4F746E88-2A6D-1133-FFC1-0B94D795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52A82319-0947-F311-C118-F8ECA24C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cxnSp>
        <p:nvCxnSpPr>
          <p:cNvPr id="13" name="Google Shape;321;p30">
            <a:extLst>
              <a:ext uri="{FF2B5EF4-FFF2-40B4-BE49-F238E27FC236}">
                <a16:creationId xmlns:a16="http://schemas.microsoft.com/office/drawing/2014/main" id="{615C59EB-823D-3DBC-5845-55D161713902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5EEC3A-2FD6-8717-B12E-5B55F4F5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700" y="812289"/>
            <a:ext cx="7353300" cy="54117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7534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B96FC3-850D-4615-780F-284F4BA9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8644DAB-D639-E85C-DD78-22A8B66EF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4F746E88-2A6D-1133-FFC1-0B94D795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52A82319-0947-F311-C118-F8ECA24C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5EEC3A-2FD6-8717-B12E-5B55F4F5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700" y="812289"/>
            <a:ext cx="7353300" cy="54117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cxnSp>
        <p:nvCxnSpPr>
          <p:cNvPr id="4" name="Google Shape;321;p30">
            <a:extLst>
              <a:ext uri="{FF2B5EF4-FFF2-40B4-BE49-F238E27FC236}">
                <a16:creationId xmlns:a16="http://schemas.microsoft.com/office/drawing/2014/main" id="{F92BB4BC-38DC-CEF7-B9D1-787F72049CC2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63120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7B9F6A1-E436-7BFF-7E70-587D9469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AE1EBF6-8C3A-BB49-8929-02D06AAE7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730DC8C-3A53-954A-C67F-E035246C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EB69B82-E7B7-F84B-67C9-3663F76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cxnSp>
        <p:nvCxnSpPr>
          <p:cNvPr id="13" name="Google Shape;321;p30">
            <a:extLst>
              <a:ext uri="{FF2B5EF4-FFF2-40B4-BE49-F238E27FC236}">
                <a16:creationId xmlns:a16="http://schemas.microsoft.com/office/drawing/2014/main" id="{0E4FF591-D84F-B9AC-77ED-867A5B547192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3999648-BB68-36EA-77F6-758EF1493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57700" y="812289"/>
            <a:ext cx="7351711" cy="54117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9830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7B9F6A1-E436-7BFF-7E70-587D9469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AE1EBF6-8C3A-BB49-8929-02D06AAE7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730DC8C-3A53-954A-C67F-E035246C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EB69B82-E7B7-F84B-67C9-3663F76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3999648-BB68-36EA-77F6-758EF1493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57700" y="812289"/>
            <a:ext cx="7351711" cy="54117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5001A54D-2C91-B9F3-FF4C-E82D313A4ACA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990183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81E5F3-7D54-1C39-1888-2A8F181F2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the Master title style</a:t>
            </a:r>
            <a:endParaRPr lang="en-P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5B885-98F1-4FB4-3AF2-D8A064319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825625"/>
            <a:ext cx="1143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F56E0-DE11-1BDE-1038-3B52B9B73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A36F5-AE1F-48B7-42F9-E76B7FC37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06973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2" r:id="rId12"/>
    <p:sldLayoutId id="2147483773" r:id="rId13"/>
    <p:sldLayoutId id="2147483679" r:id="rId14"/>
    <p:sldLayoutId id="21474836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240">
          <p15:clr>
            <a:srgbClr val="F26B43"/>
          </p15:clr>
        </p15:guide>
        <p15:guide id="10" pos="7440">
          <p15:clr>
            <a:srgbClr val="F26B43"/>
          </p15:clr>
        </p15:guide>
        <p15:guide id="11" orient="horz" pos="72">
          <p15:clr>
            <a:srgbClr val="F26B43"/>
          </p15:clr>
        </p15:guide>
        <p15:guide id="12" orient="horz" pos="42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59C9BA-69A3-CBA8-2D6C-2F68C0A5E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5182488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kW, kWh Comparison &amp; Load Factor​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828800"/>
          <a:ext cx="115214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377440"/>
                <a:gridCol w="2377440"/>
                <a:gridCol w="2377440"/>
              </a:tblGrid>
              <a:tr h="2857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Supply Period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Total Hours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Consumption(kWh)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Demand(kW)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Load Factor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2023-11-30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371,827.20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680.40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73.45%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2023-12-31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370,132.62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709.92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72.41%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2024-01-31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373,162.26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761.28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65.88%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2024-02-29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404,063.91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717.84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75.66%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2024-03-31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696.00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380,537.25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648.24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84.34%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2024-04-30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366,739.35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695.40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70.88%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2024-05-31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366,741.18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645.00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78.97%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2024-06-30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396,093.75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629.28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84.60%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2024-07-31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359,701.77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654.12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76.38%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2024-08-31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343,199.40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619.80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74.43%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2024-09-30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355,670.31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633.24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75.49%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8,064.00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4,087,869.00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761.28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66.59%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733.09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371,624.45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672.23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75.68%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404,063.91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761.28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84.60%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696.00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343,199.40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619.80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65.88%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Energy Consumption (kWh) and Peak Demand (kW)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nergy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0972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nergy_bevah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1887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Average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hourly_loa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7315200" cy="4754880"/>
          </a:xfrm>
          <a:prstGeom prst="rect">
            <a:avLst/>
          </a:prstGeom>
        </p:spPr>
      </p:pic>
      <p:pic>
        <p:nvPicPr>
          <p:cNvPr id="5" name="Picture 4" descr="peak_demand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5720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Hourly Averages Demand​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eak_demand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7315200" cy="4754880"/>
          </a:xfrm>
          <a:prstGeom prst="rect">
            <a:avLst/>
          </a:prstGeom>
        </p:spPr>
      </p:pic>
      <p:pic>
        <p:nvPicPr>
          <p:cNvPr id="5" name="Picture 4" descr="demand_consumption_we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57200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lX">
  <a:themeElements>
    <a:clrScheme name="SolX Color Guide">
      <a:dk1>
        <a:srgbClr val="404141"/>
      </a:dk1>
      <a:lt1>
        <a:srgbClr val="FFFFFF"/>
      </a:lt1>
      <a:dk2>
        <a:srgbClr val="F9A31C"/>
      </a:dk2>
      <a:lt2>
        <a:srgbClr val="FFFFFF"/>
      </a:lt2>
      <a:accent1>
        <a:srgbClr val="F9A31C"/>
      </a:accent1>
      <a:accent2>
        <a:srgbClr val="F8F7F5"/>
      </a:accent2>
      <a:accent3>
        <a:srgbClr val="3E8E80"/>
      </a:accent3>
      <a:accent4>
        <a:srgbClr val="F67B00"/>
      </a:accent4>
      <a:accent5>
        <a:srgbClr val="8A62B0"/>
      </a:accent5>
      <a:accent6>
        <a:srgbClr val="1C1736"/>
      </a:accent6>
      <a:hlink>
        <a:srgbClr val="70439A"/>
      </a:hlink>
      <a:folHlink>
        <a:srgbClr val="C4C4C4"/>
      </a:folHlink>
    </a:clrScheme>
    <a:fontScheme name="SolX Font Style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X Template.potx" id="{31A85F2B-CB6F-4479-8B65-6A9A320AAC48}" vid="{DA9965DD-DC00-4A55-8594-BB9811D7A1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SolX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Poppins</vt:lpstr>
      <vt:lpstr>Poppins SemiBold</vt:lpstr>
      <vt:lpstr>SolX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Noel Victorino</dc:creator>
  <cp:lastModifiedBy>Noel Victorino</cp:lastModifiedBy>
  <cp:revision>1</cp:revision>
  <dcterms:created xsi:type="dcterms:W3CDTF">2024-10-30T02:03:11Z</dcterms:created>
  <dcterms:modified xsi:type="dcterms:W3CDTF">2024-10-30T02:03:29Z</dcterms:modified>
</cp:coreProperties>
</file>