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9" r:id="rId1"/>
  </p:sldMasterIdLst>
  <p:sldIdLst>
    <p:sldId id="257" r:id="rId2"/>
    <p:sldId id="25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A3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77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36C36-92AF-63BC-7470-F800791ADF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0546" y="5483060"/>
            <a:ext cx="9144000" cy="830997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PH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2FE493-7FF6-C432-23FD-7BB8D5647E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4349" r="30510" b="2345"/>
          <a:stretch/>
        </p:blipFill>
        <p:spPr>
          <a:xfrm>
            <a:off x="5657560" y="0"/>
            <a:ext cx="653444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6736DB4-13B4-CE8D-ECC9-92AE58DBD8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905" y="345947"/>
            <a:ext cx="1535797" cy="685843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98580BE-741F-1C31-020C-089BD363C409}"/>
              </a:ext>
            </a:extLst>
          </p:cNvPr>
          <p:cNvSpPr/>
          <p:nvPr/>
        </p:nvSpPr>
        <p:spPr>
          <a:xfrm>
            <a:off x="390547" y="5238509"/>
            <a:ext cx="2884123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PH" sz="1000" b="0" i="0" u="none" strike="noStrike" spc="400" dirty="0">
                <a:solidFill>
                  <a:srgbClr val="000000"/>
                </a:solidFill>
                <a:effectLst/>
                <a:latin typeface="Poppins" panose="00000500000000000000" pitchFamily="2" charset="0"/>
              </a:rPr>
              <a:t>SOLX TECHNOLOGIES INC.</a:t>
            </a:r>
            <a:endParaRPr lang="en-PH" sz="1000" spc="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44204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Google Shape;321;p30">
            <a:extLst>
              <a:ext uri="{FF2B5EF4-FFF2-40B4-BE49-F238E27FC236}">
                <a16:creationId xmlns:a16="http://schemas.microsoft.com/office/drawing/2014/main" id="{327FDC92-304F-E12B-B05A-62E9A86D03A5}"/>
              </a:ext>
            </a:extLst>
          </p:cNvPr>
          <p:cNvCxnSpPr/>
          <p:nvPr/>
        </p:nvCxnSpPr>
        <p:spPr>
          <a:xfrm>
            <a:off x="381000" y="1433370"/>
            <a:ext cx="2302838" cy="0"/>
          </a:xfrm>
          <a:prstGeom prst="straightConnector1">
            <a:avLst/>
          </a:prstGeom>
          <a:noFill/>
          <a:ln w="57150" cap="flat" cmpd="sng">
            <a:solidFill>
              <a:srgbClr val="F9A31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36492556-80DF-D18F-738B-5D51780DB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680016"/>
            <a:ext cx="11430000" cy="768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D7CAF779-53F4-7096-2945-A2FBB6E265C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0999" y="1825625"/>
            <a:ext cx="1143000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H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A123C3E2-4D0B-8BFF-6554-F6B67F78F1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0" y="6356350"/>
            <a:ext cx="1142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26B066C0-7B65-8852-449A-BBDBABF1E2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1000" y="314892"/>
            <a:ext cx="561975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algn="ctr"/>
            <a:fld id="{E335F3E7-21DD-4B06-9FFB-8DA04EF394F7}" type="slidenum">
              <a:rPr lang="en-PH" smtClean="0"/>
              <a:pPr algn="ctr"/>
              <a:t>‹#›</a:t>
            </a:fld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291756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(Al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36492556-80DF-D18F-738B-5D51780DB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680016"/>
            <a:ext cx="11430000" cy="768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A123C3E2-4D0B-8BFF-6554-F6B67F78F1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0" y="6356350"/>
            <a:ext cx="1142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26B066C0-7B65-8852-449A-BBDBABF1E2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1000" y="314892"/>
            <a:ext cx="561975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algn="ctr"/>
            <a:fld id="{E335F3E7-21DD-4B06-9FFB-8DA04EF394F7}" type="slidenum">
              <a:rPr lang="en-PH" smtClean="0"/>
              <a:pPr algn="ctr"/>
              <a:t>‹#›</a:t>
            </a:fld>
            <a:endParaRPr lang="en-PH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C027132B-2F03-DC2C-808F-0305B249426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80999" y="1825625"/>
            <a:ext cx="1143000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2pPr>
              <a:defRPr sz="2000"/>
            </a:lvl2pPr>
            <a:lvl3pPr marL="1828800" indent="0">
              <a:buNone/>
              <a:defRPr sz="1800"/>
            </a:lvl3pPr>
            <a:lvl4pPr>
              <a:defRPr sz="2000"/>
            </a:lvl4pPr>
            <a:lvl5pPr>
              <a:defRPr/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Click to edit Master text styles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Second level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Third level</a:t>
            </a:r>
          </a:p>
          <a:p>
            <a:pPr marL="1600200" marR="0" lvl="3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Fourth level</a:t>
            </a:r>
          </a:p>
          <a:p>
            <a:pPr marL="2057400" marR="0" lvl="4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 panose="00000500000000000000" pitchFamily="2" charset="0"/>
                <a:ea typeface="+mn-ea"/>
                <a:cs typeface="Poppins" panose="00000500000000000000" pitchFamily="2" charset="0"/>
              </a:rPr>
              <a:t>Fifth level</a:t>
            </a:r>
          </a:p>
        </p:txBody>
      </p:sp>
      <p:cxnSp>
        <p:nvCxnSpPr>
          <p:cNvPr id="4" name="Google Shape;321;p30">
            <a:extLst>
              <a:ext uri="{FF2B5EF4-FFF2-40B4-BE49-F238E27FC236}">
                <a16:creationId xmlns:a16="http://schemas.microsoft.com/office/drawing/2014/main" id="{A33F0C67-15EF-C4BE-EEF4-C2BE3047DCAF}"/>
              </a:ext>
            </a:extLst>
          </p:cNvPr>
          <p:cNvCxnSpPr/>
          <p:nvPr/>
        </p:nvCxnSpPr>
        <p:spPr>
          <a:xfrm>
            <a:off x="381000" y="1432075"/>
            <a:ext cx="2302838" cy="0"/>
          </a:xfrm>
          <a:prstGeom prst="straightConnector1">
            <a:avLst/>
          </a:prstGeom>
          <a:noFill/>
          <a:ln w="57150" cap="flat" cmpd="sng">
            <a:solidFill>
              <a:srgbClr val="3D8F8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2781233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DC42E951-8431-4529-553D-EC973320C17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8101" y="523747"/>
            <a:ext cx="1535797" cy="685843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C2424C29-3E5D-966B-873E-E3F1645A49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30551" y="2598003"/>
            <a:ext cx="7130895" cy="1439972"/>
          </a:xfrm>
        </p:spPr>
        <p:txBody>
          <a:bodyPr anchor="t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PH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DEB8C3-DCCD-791B-79E2-7F1F48D282C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6323" r="2285" b="20034"/>
          <a:stretch/>
        </p:blipFill>
        <p:spPr>
          <a:xfrm>
            <a:off x="0" y="1531464"/>
            <a:ext cx="12192000" cy="5326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8965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D27707-5107-44A7-C2FA-C55AE4092D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000" y="1825625"/>
            <a:ext cx="56388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40874B-170E-74CA-6C9F-CB07A8B4C0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638799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 dirty="0"/>
          </a:p>
        </p:txBody>
      </p:sp>
      <p:cxnSp>
        <p:nvCxnSpPr>
          <p:cNvPr id="18" name="Google Shape;321;p30">
            <a:extLst>
              <a:ext uri="{FF2B5EF4-FFF2-40B4-BE49-F238E27FC236}">
                <a16:creationId xmlns:a16="http://schemas.microsoft.com/office/drawing/2014/main" id="{C06BCFEB-9615-D099-104C-841C970178EC}"/>
              </a:ext>
            </a:extLst>
          </p:cNvPr>
          <p:cNvCxnSpPr/>
          <p:nvPr/>
        </p:nvCxnSpPr>
        <p:spPr>
          <a:xfrm>
            <a:off x="381000" y="1433370"/>
            <a:ext cx="2302838" cy="0"/>
          </a:xfrm>
          <a:prstGeom prst="straightConnector1">
            <a:avLst/>
          </a:prstGeom>
          <a:noFill/>
          <a:ln w="57150" cap="flat" cmpd="sng">
            <a:solidFill>
              <a:srgbClr val="F9A31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9" name="Title Placeholder 1">
            <a:extLst>
              <a:ext uri="{FF2B5EF4-FFF2-40B4-BE49-F238E27FC236}">
                <a16:creationId xmlns:a16="http://schemas.microsoft.com/office/drawing/2014/main" id="{96A2C170-91C8-F6B7-58BF-042045F96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680016"/>
            <a:ext cx="11430000" cy="768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59CDB49E-DA4A-F588-75D6-A8A7002C3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0" y="6356350"/>
            <a:ext cx="1142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 dirty="0"/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0FEB1440-6384-54A1-5C63-5DEE9D7AC2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1000" y="314892"/>
            <a:ext cx="561975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algn="ctr"/>
            <a:fld id="{E335F3E7-21DD-4B06-9FFB-8DA04EF394F7}" type="slidenum">
              <a:rPr lang="en-PH" smtClean="0"/>
              <a:pPr algn="ctr"/>
              <a:t>‹#›</a:t>
            </a:fld>
            <a:endParaRPr lang="en-PH" dirty="0"/>
          </a:p>
        </p:txBody>
      </p:sp>
      <p:cxnSp>
        <p:nvCxnSpPr>
          <p:cNvPr id="2" name="Google Shape;321;p30">
            <a:extLst>
              <a:ext uri="{FF2B5EF4-FFF2-40B4-BE49-F238E27FC236}">
                <a16:creationId xmlns:a16="http://schemas.microsoft.com/office/drawing/2014/main" id="{4773BA9C-2E48-A7A9-D84F-B2411A905376}"/>
              </a:ext>
            </a:extLst>
          </p:cNvPr>
          <p:cNvCxnSpPr/>
          <p:nvPr userDrawn="1"/>
        </p:nvCxnSpPr>
        <p:spPr>
          <a:xfrm>
            <a:off x="381000" y="1433370"/>
            <a:ext cx="2302838" cy="0"/>
          </a:xfrm>
          <a:prstGeom prst="straightConnector1">
            <a:avLst/>
          </a:prstGeom>
          <a:noFill/>
          <a:ln w="57150" cap="flat" cmpd="sng">
            <a:solidFill>
              <a:srgbClr val="F9A31C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715883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(Al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D27707-5107-44A7-C2FA-C55AE4092D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000" y="1825625"/>
            <a:ext cx="56388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40874B-170E-74CA-6C9F-CB07A8B4C0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638799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 dirty="0"/>
          </a:p>
        </p:txBody>
      </p:sp>
      <p:sp>
        <p:nvSpPr>
          <p:cNvPr id="19" name="Title Placeholder 1">
            <a:extLst>
              <a:ext uri="{FF2B5EF4-FFF2-40B4-BE49-F238E27FC236}">
                <a16:creationId xmlns:a16="http://schemas.microsoft.com/office/drawing/2014/main" id="{96A2C170-91C8-F6B7-58BF-042045F96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680016"/>
            <a:ext cx="11430000" cy="768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59CDB49E-DA4A-F588-75D6-A8A7002C3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0" y="6356350"/>
            <a:ext cx="1142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 dirty="0"/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0FEB1440-6384-54A1-5C63-5DEE9D7AC2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1000" y="314892"/>
            <a:ext cx="561975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algn="ctr"/>
            <a:fld id="{E335F3E7-21DD-4B06-9FFB-8DA04EF394F7}" type="slidenum">
              <a:rPr lang="en-PH" smtClean="0"/>
              <a:pPr algn="ctr"/>
              <a:t>‹#›</a:t>
            </a:fld>
            <a:endParaRPr lang="en-PH" dirty="0"/>
          </a:p>
        </p:txBody>
      </p:sp>
      <p:cxnSp>
        <p:nvCxnSpPr>
          <p:cNvPr id="2" name="Google Shape;321;p30">
            <a:extLst>
              <a:ext uri="{FF2B5EF4-FFF2-40B4-BE49-F238E27FC236}">
                <a16:creationId xmlns:a16="http://schemas.microsoft.com/office/drawing/2014/main" id="{8A2049AB-0FBB-1119-5BB8-621B1A753190}"/>
              </a:ext>
            </a:extLst>
          </p:cNvPr>
          <p:cNvCxnSpPr/>
          <p:nvPr/>
        </p:nvCxnSpPr>
        <p:spPr>
          <a:xfrm>
            <a:off x="381000" y="1432075"/>
            <a:ext cx="2302838" cy="0"/>
          </a:xfrm>
          <a:prstGeom prst="straightConnector1">
            <a:avLst/>
          </a:prstGeom>
          <a:noFill/>
          <a:ln w="57150" cap="flat" cmpd="sng">
            <a:solidFill>
              <a:srgbClr val="3D8F8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734466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48D99F-292D-2D02-EB7D-C1F8CB0EC8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681163"/>
            <a:ext cx="561657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DE7D12-ABF9-CCFE-8D74-B1476E06F7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1000" y="2505075"/>
            <a:ext cx="5616575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6E8566-610F-BF5F-CBD2-2E3A620A78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199" y="1681163"/>
            <a:ext cx="5638799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927CC5-8AE4-6C45-147B-D4F7974973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505075"/>
            <a:ext cx="5638799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cxnSp>
        <p:nvCxnSpPr>
          <p:cNvPr id="12" name="Google Shape;321;p30">
            <a:extLst>
              <a:ext uri="{FF2B5EF4-FFF2-40B4-BE49-F238E27FC236}">
                <a16:creationId xmlns:a16="http://schemas.microsoft.com/office/drawing/2014/main" id="{96DE221A-CF6F-6016-8338-3C000C13941A}"/>
              </a:ext>
            </a:extLst>
          </p:cNvPr>
          <p:cNvCxnSpPr/>
          <p:nvPr/>
        </p:nvCxnSpPr>
        <p:spPr>
          <a:xfrm>
            <a:off x="381000" y="1433370"/>
            <a:ext cx="2302838" cy="0"/>
          </a:xfrm>
          <a:prstGeom prst="straightConnector1">
            <a:avLst/>
          </a:prstGeom>
          <a:noFill/>
          <a:ln w="57150" cap="flat" cmpd="sng">
            <a:solidFill>
              <a:srgbClr val="F9A31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00AC7632-08B6-F8A4-08DA-5072BFBEE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680016"/>
            <a:ext cx="11430000" cy="768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11DB39E0-EADD-3824-E3D0-5A80601791C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81000" y="6356350"/>
            <a:ext cx="1142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BD24D2C-9619-1281-AF99-5A11BFCEA9C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381000" y="314892"/>
            <a:ext cx="561975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algn="ctr"/>
            <a:fld id="{E335F3E7-21DD-4B06-9FFB-8DA04EF394F7}" type="slidenum">
              <a:rPr lang="en-PH" smtClean="0"/>
              <a:pPr algn="ctr"/>
              <a:t>‹#›</a:t>
            </a:fld>
            <a:endParaRPr lang="en-PH" dirty="0"/>
          </a:p>
        </p:txBody>
      </p:sp>
      <p:cxnSp>
        <p:nvCxnSpPr>
          <p:cNvPr id="2" name="Google Shape;321;p30">
            <a:extLst>
              <a:ext uri="{FF2B5EF4-FFF2-40B4-BE49-F238E27FC236}">
                <a16:creationId xmlns:a16="http://schemas.microsoft.com/office/drawing/2014/main" id="{1CF93367-D425-C7A2-9D08-88BF68B478E5}"/>
              </a:ext>
            </a:extLst>
          </p:cNvPr>
          <p:cNvCxnSpPr/>
          <p:nvPr userDrawn="1"/>
        </p:nvCxnSpPr>
        <p:spPr>
          <a:xfrm>
            <a:off x="381000" y="1433370"/>
            <a:ext cx="2302838" cy="0"/>
          </a:xfrm>
          <a:prstGeom prst="straightConnector1">
            <a:avLst/>
          </a:prstGeom>
          <a:noFill/>
          <a:ln w="57150" cap="flat" cmpd="sng">
            <a:solidFill>
              <a:srgbClr val="F9A31C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147090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(Al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48D99F-292D-2D02-EB7D-C1F8CB0EC8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681163"/>
            <a:ext cx="561657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DE7D12-ABF9-CCFE-8D74-B1476E06F7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1000" y="2505075"/>
            <a:ext cx="5616575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6E8566-610F-BF5F-CBD2-2E3A620A78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199" y="1681163"/>
            <a:ext cx="5638799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927CC5-8AE4-6C45-147B-D4F7974973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505075"/>
            <a:ext cx="5638799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00AC7632-08B6-F8A4-08DA-5072BFBEE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680016"/>
            <a:ext cx="11430000" cy="768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11DB39E0-EADD-3824-E3D0-5A80601791C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81000" y="6356350"/>
            <a:ext cx="1142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BD24D2C-9619-1281-AF99-5A11BFCEA9C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381000" y="314892"/>
            <a:ext cx="561975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algn="ctr"/>
            <a:fld id="{E335F3E7-21DD-4B06-9FFB-8DA04EF394F7}" type="slidenum">
              <a:rPr lang="en-PH" smtClean="0"/>
              <a:pPr algn="ctr"/>
              <a:t>‹#›</a:t>
            </a:fld>
            <a:endParaRPr lang="en-PH" dirty="0"/>
          </a:p>
        </p:txBody>
      </p:sp>
      <p:cxnSp>
        <p:nvCxnSpPr>
          <p:cNvPr id="2" name="Google Shape;321;p30">
            <a:extLst>
              <a:ext uri="{FF2B5EF4-FFF2-40B4-BE49-F238E27FC236}">
                <a16:creationId xmlns:a16="http://schemas.microsoft.com/office/drawing/2014/main" id="{6C49CD7E-1933-0673-B3DE-EF551CBC1BBE}"/>
              </a:ext>
            </a:extLst>
          </p:cNvPr>
          <p:cNvCxnSpPr/>
          <p:nvPr/>
        </p:nvCxnSpPr>
        <p:spPr>
          <a:xfrm>
            <a:off x="381000" y="1432075"/>
            <a:ext cx="2302838" cy="0"/>
          </a:xfrm>
          <a:prstGeom prst="straightConnector1">
            <a:avLst/>
          </a:prstGeom>
          <a:noFill/>
          <a:ln w="57150" cap="flat" cmpd="sng">
            <a:solidFill>
              <a:srgbClr val="3D8F8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527892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321;p30">
            <a:extLst>
              <a:ext uri="{FF2B5EF4-FFF2-40B4-BE49-F238E27FC236}">
                <a16:creationId xmlns:a16="http://schemas.microsoft.com/office/drawing/2014/main" id="{B34642B3-1E85-BDB3-DFE3-C60F9AFF6FBF}"/>
              </a:ext>
            </a:extLst>
          </p:cNvPr>
          <p:cNvCxnSpPr/>
          <p:nvPr/>
        </p:nvCxnSpPr>
        <p:spPr>
          <a:xfrm>
            <a:off x="381000" y="1433370"/>
            <a:ext cx="2302838" cy="0"/>
          </a:xfrm>
          <a:prstGeom prst="straightConnector1">
            <a:avLst/>
          </a:prstGeom>
          <a:noFill/>
          <a:ln w="57150" cap="flat" cmpd="sng">
            <a:solidFill>
              <a:srgbClr val="F9A31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C726A8B8-4EAE-524C-003D-C838BC5E0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680016"/>
            <a:ext cx="11430000" cy="768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8DD30E6-28BE-4159-2B87-DEB9450A094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81000" y="6356350"/>
            <a:ext cx="1142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BA44787-015C-F07B-F1FF-D6CDE7CB6F1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381000" y="314892"/>
            <a:ext cx="561975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algn="ctr"/>
            <a:fld id="{E335F3E7-21DD-4B06-9FFB-8DA04EF394F7}" type="slidenum">
              <a:rPr lang="en-PH" smtClean="0"/>
              <a:pPr algn="ctr"/>
              <a:t>‹#›</a:t>
            </a:fld>
            <a:endParaRPr lang="en-PH" dirty="0"/>
          </a:p>
        </p:txBody>
      </p:sp>
      <p:cxnSp>
        <p:nvCxnSpPr>
          <p:cNvPr id="2" name="Google Shape;321;p30">
            <a:extLst>
              <a:ext uri="{FF2B5EF4-FFF2-40B4-BE49-F238E27FC236}">
                <a16:creationId xmlns:a16="http://schemas.microsoft.com/office/drawing/2014/main" id="{807E6B69-3148-C0FB-F53D-2CF7DC6813DC}"/>
              </a:ext>
            </a:extLst>
          </p:cNvPr>
          <p:cNvCxnSpPr/>
          <p:nvPr userDrawn="1"/>
        </p:nvCxnSpPr>
        <p:spPr>
          <a:xfrm>
            <a:off x="381000" y="1433370"/>
            <a:ext cx="2302838" cy="0"/>
          </a:xfrm>
          <a:prstGeom prst="straightConnector1">
            <a:avLst/>
          </a:prstGeom>
          <a:noFill/>
          <a:ln w="57150" cap="flat" cmpd="sng">
            <a:solidFill>
              <a:srgbClr val="F9A31C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09251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(Al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C726A8B8-4EAE-524C-003D-C838BC5E0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680016"/>
            <a:ext cx="11430000" cy="768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8DD30E6-28BE-4159-2B87-DEB9450A094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81000" y="6356350"/>
            <a:ext cx="1142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BA44787-015C-F07B-F1FF-D6CDE7CB6F1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381000" y="314892"/>
            <a:ext cx="561975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algn="ctr"/>
            <a:fld id="{E335F3E7-21DD-4B06-9FFB-8DA04EF394F7}" type="slidenum">
              <a:rPr lang="en-PH" smtClean="0"/>
              <a:pPr algn="ctr"/>
              <a:t>‹#›</a:t>
            </a:fld>
            <a:endParaRPr lang="en-PH" dirty="0"/>
          </a:p>
        </p:txBody>
      </p:sp>
      <p:cxnSp>
        <p:nvCxnSpPr>
          <p:cNvPr id="2" name="Google Shape;321;p30">
            <a:extLst>
              <a:ext uri="{FF2B5EF4-FFF2-40B4-BE49-F238E27FC236}">
                <a16:creationId xmlns:a16="http://schemas.microsoft.com/office/drawing/2014/main" id="{19F9D8D2-22E0-2018-232E-441439462112}"/>
              </a:ext>
            </a:extLst>
          </p:cNvPr>
          <p:cNvCxnSpPr/>
          <p:nvPr/>
        </p:nvCxnSpPr>
        <p:spPr>
          <a:xfrm>
            <a:off x="381000" y="1432075"/>
            <a:ext cx="2302838" cy="0"/>
          </a:xfrm>
          <a:prstGeom prst="straightConnector1">
            <a:avLst/>
          </a:prstGeom>
          <a:noFill/>
          <a:ln w="57150" cap="flat" cmpd="sng">
            <a:solidFill>
              <a:srgbClr val="3D8F8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3660616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CD599990-D39F-2531-E446-DC8BE005AB2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81000" y="6356350"/>
            <a:ext cx="1142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05F6FB3-D295-BC2B-6F1D-E6A12DAD022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381000" y="314892"/>
            <a:ext cx="561975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algn="ctr"/>
            <a:fld id="{E335F3E7-21DD-4B06-9FFB-8DA04EF394F7}" type="slidenum">
              <a:rPr lang="en-PH" smtClean="0"/>
              <a:pPr algn="ctr"/>
              <a:t>‹#›</a:t>
            </a:fld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1073968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5B96FC3-850D-4615-780F-284F4BA99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588" y="812289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8644DAB-D639-E85C-DD78-22A8B66EFE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82588" y="2412489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4F746E88-2A6D-1133-FFC1-0B94D7953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356350"/>
            <a:ext cx="11430000" cy="365125"/>
          </a:xfrm>
          <a:prstGeom prst="rect">
            <a:avLst/>
          </a:prstGeom>
        </p:spPr>
        <p:txBody>
          <a:bodyPr/>
          <a:lstStyle/>
          <a:p>
            <a:endParaRPr lang="en-PH" dirty="0"/>
          </a:p>
        </p:txBody>
      </p: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52A82319-0947-F311-C118-F8ECA24C6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81000" y="314892"/>
            <a:ext cx="561975" cy="365124"/>
          </a:xfrm>
        </p:spPr>
        <p:txBody>
          <a:bodyPr/>
          <a:lstStyle>
            <a:lvl1pPr algn="ctr">
              <a:defRPr/>
            </a:lvl1pPr>
          </a:lstStyle>
          <a:p>
            <a:fld id="{E335F3E7-21DD-4B06-9FFB-8DA04EF394F7}" type="slidenum">
              <a:rPr lang="en-PH" smtClean="0"/>
              <a:pPr/>
              <a:t>‹#›</a:t>
            </a:fld>
            <a:endParaRPr lang="en-PH" dirty="0"/>
          </a:p>
        </p:txBody>
      </p:sp>
      <p:cxnSp>
        <p:nvCxnSpPr>
          <p:cNvPr id="13" name="Google Shape;321;p30">
            <a:extLst>
              <a:ext uri="{FF2B5EF4-FFF2-40B4-BE49-F238E27FC236}">
                <a16:creationId xmlns:a16="http://schemas.microsoft.com/office/drawing/2014/main" id="{615C59EB-823D-3DBC-5845-55D161713902}"/>
              </a:ext>
            </a:extLst>
          </p:cNvPr>
          <p:cNvCxnSpPr/>
          <p:nvPr userDrawn="1"/>
        </p:nvCxnSpPr>
        <p:spPr>
          <a:xfrm>
            <a:off x="381000" y="2379009"/>
            <a:ext cx="2302838" cy="0"/>
          </a:xfrm>
          <a:prstGeom prst="straightConnector1">
            <a:avLst/>
          </a:prstGeom>
          <a:noFill/>
          <a:ln w="57150" cap="flat" cmpd="sng">
            <a:solidFill>
              <a:srgbClr val="F9A31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4E5EEC3A-2FD6-8717-B12E-5B55F4F58F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57700" y="812289"/>
            <a:ext cx="7353300" cy="541178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375342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 (Al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5B96FC3-850D-4615-780F-284F4BA99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588" y="812289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8644DAB-D639-E85C-DD78-22A8B66EFE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82588" y="2412489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4F746E88-2A6D-1133-FFC1-0B94D7953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356350"/>
            <a:ext cx="11430000" cy="365125"/>
          </a:xfrm>
          <a:prstGeom prst="rect">
            <a:avLst/>
          </a:prstGeom>
        </p:spPr>
        <p:txBody>
          <a:bodyPr/>
          <a:lstStyle/>
          <a:p>
            <a:endParaRPr lang="en-PH" dirty="0"/>
          </a:p>
        </p:txBody>
      </p: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52A82319-0947-F311-C118-F8ECA24C6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81000" y="314892"/>
            <a:ext cx="561975" cy="365124"/>
          </a:xfrm>
        </p:spPr>
        <p:txBody>
          <a:bodyPr/>
          <a:lstStyle>
            <a:lvl1pPr algn="ctr">
              <a:defRPr/>
            </a:lvl1pPr>
          </a:lstStyle>
          <a:p>
            <a:fld id="{E335F3E7-21DD-4B06-9FFB-8DA04EF394F7}" type="slidenum">
              <a:rPr lang="en-PH" smtClean="0"/>
              <a:pPr/>
              <a:t>‹#›</a:t>
            </a:fld>
            <a:endParaRPr lang="en-PH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4E5EEC3A-2FD6-8717-B12E-5B55F4F58F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57700" y="812289"/>
            <a:ext cx="7353300" cy="541178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cxnSp>
        <p:nvCxnSpPr>
          <p:cNvPr id="4" name="Google Shape;321;p30">
            <a:extLst>
              <a:ext uri="{FF2B5EF4-FFF2-40B4-BE49-F238E27FC236}">
                <a16:creationId xmlns:a16="http://schemas.microsoft.com/office/drawing/2014/main" id="{F92BB4BC-38DC-CEF7-B9D1-787F72049CC2}"/>
              </a:ext>
            </a:extLst>
          </p:cNvPr>
          <p:cNvCxnSpPr/>
          <p:nvPr userDrawn="1"/>
        </p:nvCxnSpPr>
        <p:spPr>
          <a:xfrm>
            <a:off x="381000" y="2379009"/>
            <a:ext cx="2302838" cy="0"/>
          </a:xfrm>
          <a:prstGeom prst="straightConnector1">
            <a:avLst/>
          </a:prstGeom>
          <a:noFill/>
          <a:ln w="57150" cap="flat" cmpd="sng">
            <a:solidFill>
              <a:srgbClr val="3D8F8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6631208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7B9F6A1-E436-7BFF-7E70-587D9469C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588" y="812289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AE1EBF6-8C3A-BB49-8929-02D06AAE77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82588" y="2412489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7730DC8C-3A53-954A-C67F-E035246C8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356350"/>
            <a:ext cx="11430000" cy="365125"/>
          </a:xfrm>
          <a:prstGeom prst="rect">
            <a:avLst/>
          </a:prstGeom>
        </p:spPr>
        <p:txBody>
          <a:bodyPr/>
          <a:lstStyle/>
          <a:p>
            <a:endParaRPr lang="en-PH" dirty="0"/>
          </a:p>
        </p:txBody>
      </p: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2EB69B82-E7B7-F84B-67C9-3663F76EF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81000" y="314892"/>
            <a:ext cx="561975" cy="365124"/>
          </a:xfrm>
        </p:spPr>
        <p:txBody>
          <a:bodyPr/>
          <a:lstStyle>
            <a:lvl1pPr algn="ctr">
              <a:defRPr/>
            </a:lvl1pPr>
          </a:lstStyle>
          <a:p>
            <a:fld id="{E335F3E7-21DD-4B06-9FFB-8DA04EF394F7}" type="slidenum">
              <a:rPr lang="en-PH" smtClean="0"/>
              <a:pPr/>
              <a:t>‹#›</a:t>
            </a:fld>
            <a:endParaRPr lang="en-PH" dirty="0"/>
          </a:p>
        </p:txBody>
      </p:sp>
      <p:cxnSp>
        <p:nvCxnSpPr>
          <p:cNvPr id="13" name="Google Shape;321;p30">
            <a:extLst>
              <a:ext uri="{FF2B5EF4-FFF2-40B4-BE49-F238E27FC236}">
                <a16:creationId xmlns:a16="http://schemas.microsoft.com/office/drawing/2014/main" id="{0E4FF591-D84F-B9AC-77ED-867A5B547192}"/>
              </a:ext>
            </a:extLst>
          </p:cNvPr>
          <p:cNvCxnSpPr/>
          <p:nvPr userDrawn="1"/>
        </p:nvCxnSpPr>
        <p:spPr>
          <a:xfrm>
            <a:off x="381000" y="2379009"/>
            <a:ext cx="2302838" cy="0"/>
          </a:xfrm>
          <a:prstGeom prst="straightConnector1">
            <a:avLst/>
          </a:prstGeom>
          <a:noFill/>
          <a:ln w="57150" cap="flat" cmpd="sng">
            <a:solidFill>
              <a:srgbClr val="F9A31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C3999648-BB68-36EA-77F6-758EF14937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57700" y="812289"/>
            <a:ext cx="7351711" cy="541178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41983080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(Al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7B9F6A1-E436-7BFF-7E70-587D9469C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588" y="812289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AE1EBF6-8C3A-BB49-8929-02D06AAE77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82588" y="2412489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7730DC8C-3A53-954A-C67F-E035246C8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1000" y="6356350"/>
            <a:ext cx="11430000" cy="365125"/>
          </a:xfrm>
          <a:prstGeom prst="rect">
            <a:avLst/>
          </a:prstGeom>
        </p:spPr>
        <p:txBody>
          <a:bodyPr/>
          <a:lstStyle/>
          <a:p>
            <a:endParaRPr lang="en-PH" dirty="0"/>
          </a:p>
        </p:txBody>
      </p:sp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2EB69B82-E7B7-F84B-67C9-3663F76EF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81000" y="314892"/>
            <a:ext cx="561975" cy="365124"/>
          </a:xfrm>
        </p:spPr>
        <p:txBody>
          <a:bodyPr/>
          <a:lstStyle>
            <a:lvl1pPr algn="ctr">
              <a:defRPr/>
            </a:lvl1pPr>
          </a:lstStyle>
          <a:p>
            <a:fld id="{E335F3E7-21DD-4B06-9FFB-8DA04EF394F7}" type="slidenum">
              <a:rPr lang="en-PH" smtClean="0"/>
              <a:pPr/>
              <a:t>‹#›</a:t>
            </a:fld>
            <a:endParaRPr lang="en-PH" dirty="0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C3999648-BB68-36EA-77F6-758EF14937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57700" y="812289"/>
            <a:ext cx="7351711" cy="541178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PH" dirty="0"/>
          </a:p>
        </p:txBody>
      </p:sp>
      <p:cxnSp>
        <p:nvCxnSpPr>
          <p:cNvPr id="2" name="Google Shape;321;p30">
            <a:extLst>
              <a:ext uri="{FF2B5EF4-FFF2-40B4-BE49-F238E27FC236}">
                <a16:creationId xmlns:a16="http://schemas.microsoft.com/office/drawing/2014/main" id="{5001A54D-2C91-B9F3-FF4C-E82D313A4ACA}"/>
              </a:ext>
            </a:extLst>
          </p:cNvPr>
          <p:cNvCxnSpPr/>
          <p:nvPr userDrawn="1"/>
        </p:nvCxnSpPr>
        <p:spPr>
          <a:xfrm>
            <a:off x="381000" y="2379009"/>
            <a:ext cx="2302838" cy="0"/>
          </a:xfrm>
          <a:prstGeom prst="straightConnector1">
            <a:avLst/>
          </a:prstGeom>
          <a:noFill/>
          <a:ln w="57150" cap="flat" cmpd="sng">
            <a:solidFill>
              <a:srgbClr val="3D8F8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179901836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81E5F3-7D54-1C39-1888-2A8F181F2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680016"/>
            <a:ext cx="11430000" cy="768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the Master title style</a:t>
            </a:r>
            <a:endParaRPr lang="en-PH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55B885-98F1-4FB4-3AF2-D8A0643195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999" y="1825625"/>
            <a:ext cx="1143000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FF56E0-DE11-1BDE-1038-3B52B9B735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0" y="6356350"/>
            <a:ext cx="1142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endParaRPr lang="en-P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0A36F5-AE1F-48B7-42F9-E76B7FC372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1000" y="314892"/>
            <a:ext cx="561975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pPr algn="ctr"/>
            <a:fld id="{E335F3E7-21DD-4B06-9FFB-8DA04EF394F7}" type="slidenum">
              <a:rPr lang="en-PH" smtClean="0"/>
              <a:pPr algn="ctr"/>
              <a:t>‹#›</a:t>
            </a:fld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806973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6" r:id="rId7"/>
    <p:sldLayoutId id="2147483767" r:id="rId8"/>
    <p:sldLayoutId id="2147483768" r:id="rId9"/>
    <p:sldLayoutId id="2147483769" r:id="rId10"/>
    <p:sldLayoutId id="2147483770" r:id="rId11"/>
    <p:sldLayoutId id="2147483772" r:id="rId12"/>
    <p:sldLayoutId id="2147483773" r:id="rId13"/>
    <p:sldLayoutId id="2147483679" r:id="rId14"/>
    <p:sldLayoutId id="214748368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Poppins SemiBold" panose="00000700000000000000" pitchFamily="2" charset="0"/>
          <a:ea typeface="+mj-ea"/>
          <a:cs typeface="Poppins SemiBold" panose="00000700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oppins" panose="00000500000000000000" pitchFamily="2" charset="0"/>
          <a:ea typeface="+mn-ea"/>
          <a:cs typeface="Poppins" panose="000005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orient="horz" pos="2160">
          <p15:clr>
            <a:srgbClr val="F26B43"/>
          </p15:clr>
        </p15:guide>
        <p15:guide id="8" pos="3840">
          <p15:clr>
            <a:srgbClr val="F26B43"/>
          </p15:clr>
        </p15:guide>
        <p15:guide id="9" pos="240">
          <p15:clr>
            <a:srgbClr val="F26B43"/>
          </p15:clr>
        </p15:guide>
        <p15:guide id="10" pos="7440">
          <p15:clr>
            <a:srgbClr val="F26B43"/>
          </p15:clr>
        </p15:guide>
        <p15:guide id="11" orient="horz" pos="72">
          <p15:clr>
            <a:srgbClr val="F26B43"/>
          </p15:clr>
        </p15:guide>
        <p15:guide id="12" orient="horz" pos="4248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159C9BA-69A3-CBA8-2D6C-2F68C0A5E8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351824881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Monthly kW, kWh Comparison &amp; Load Factor​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828800"/>
          <a:ext cx="115214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377440"/>
                <a:gridCol w="2377440"/>
                <a:gridCol w="2377440"/>
                <a:gridCol w="2377440"/>
              </a:tblGrid>
              <a:tr h="3048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Supply Period</a:t>
                      </a:r>
                    </a:p>
                  </a:txBody>
                  <a:tcPr>
                    <a:solidFill>
                      <a:srgbClr val="F9A3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Total Hours</a:t>
                      </a:r>
                    </a:p>
                  </a:txBody>
                  <a:tcPr>
                    <a:solidFill>
                      <a:srgbClr val="F9A3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Consumption(kWh)</a:t>
                      </a:r>
                    </a:p>
                  </a:txBody>
                  <a:tcPr>
                    <a:solidFill>
                      <a:srgbClr val="F9A3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Demand(kW)</a:t>
                      </a:r>
                    </a:p>
                  </a:txBody>
                  <a:tcPr>
                    <a:solidFill>
                      <a:srgbClr val="F9A31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Load Factor</a:t>
                      </a:r>
                    </a:p>
                  </a:txBody>
                  <a:tcPr>
                    <a:solidFill>
                      <a:srgbClr val="F9A31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Nov-23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744.00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179,221.30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481.50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50.03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Dec-23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720.00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124,587.34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472.00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36.66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Jan-24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744.00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153,757.78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582.48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35.48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Feb-24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744.00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157,732.64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510.24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41.55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Mar-24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696.00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154,084.93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534.14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41.45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Apr-24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744.00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113,829.09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435.92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35.10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May-24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720.00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129,662.76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427.38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42.14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Jun-24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744.00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140,826.75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515.85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36.69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Jul-24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720.00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133,670.02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540.08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34.38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Aug-24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744.00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161,292.67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518.58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41.81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7,320.00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1,448,665.27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582.48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33.98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Average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732.00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144,866.53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501.82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39.53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744.00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179,221.30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582.48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50.03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696.00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113,829.09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427.38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t>34.38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olX">
  <a:themeElements>
    <a:clrScheme name="SolX Color Guide">
      <a:dk1>
        <a:srgbClr val="404141"/>
      </a:dk1>
      <a:lt1>
        <a:srgbClr val="FFFFFF"/>
      </a:lt1>
      <a:dk2>
        <a:srgbClr val="F9A31C"/>
      </a:dk2>
      <a:lt2>
        <a:srgbClr val="FFFFFF"/>
      </a:lt2>
      <a:accent1>
        <a:srgbClr val="F9A31C"/>
      </a:accent1>
      <a:accent2>
        <a:srgbClr val="F8F7F5"/>
      </a:accent2>
      <a:accent3>
        <a:srgbClr val="3E8E80"/>
      </a:accent3>
      <a:accent4>
        <a:srgbClr val="F67B00"/>
      </a:accent4>
      <a:accent5>
        <a:srgbClr val="8A62B0"/>
      </a:accent5>
      <a:accent6>
        <a:srgbClr val="1C1736"/>
      </a:accent6>
      <a:hlink>
        <a:srgbClr val="70439A"/>
      </a:hlink>
      <a:folHlink>
        <a:srgbClr val="C4C4C4"/>
      </a:folHlink>
    </a:clrScheme>
    <a:fontScheme name="SolX Font Style">
      <a:majorFont>
        <a:latin typeface="Poppins SemiBold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olX Template.potx" id="{31A85F2B-CB6F-4479-8B65-6A9A320AAC48}" vid="{DA9965DD-DC00-4A55-8594-BB9811D7A17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SolX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Poppins</vt:lpstr>
      <vt:lpstr>Poppins SemiBold</vt:lpstr>
      <vt:lpstr>SolX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Noel Victorino</dc:creator>
  <cp:lastModifiedBy>Noel Victorino</cp:lastModifiedBy>
  <cp:revision>1</cp:revision>
  <dcterms:created xsi:type="dcterms:W3CDTF">2024-10-30T02:03:11Z</dcterms:created>
  <dcterms:modified xsi:type="dcterms:W3CDTF">2024-10-30T02:03:29Z</dcterms:modified>
</cp:coreProperties>
</file>